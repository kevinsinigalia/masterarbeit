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0D39B8-3DCD-A0CF-5776-C6D51DD15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400D13-3C77-6B4B-01AC-2366FEA17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C9B563-D587-191E-7277-A0DEFF36D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568E36-3889-2236-C8D5-5470FD70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482D67-1DFC-B754-E302-EF4E939B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717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08A1F8-D8FB-0B44-001E-14F77E66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D57C57-B443-447F-56D7-A7C26850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554D6E-567E-52CF-7433-1634AB13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B6913D-9B1A-F01D-6A83-945C4FE8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C592A1-F007-2D36-FB43-3F11B9DDC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522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E5B31D-ED4B-B2D4-BB52-3B397185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314FF8-4583-F298-7AB5-30692A7AF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897F9C-B875-E42D-7234-2ED8894B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530FF1-EE63-B394-4203-3FD9A47C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40ECAD-733B-662B-B2CA-061C7289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82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64CD6F-6FBD-1432-ED7C-66F1FA87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3181E7-49F7-3ADD-4A79-B803060AA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0B1B78E-0733-29B0-1AFE-01FCC689B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41898E-066D-AAFC-A771-522CC011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D572AF-738C-B9CF-30C9-61D32C607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66B1CF-7347-3ECC-06EF-D75E737F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402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0DE3E1-DAC7-85B8-218C-767E4F2E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708E63-BD0D-9EBD-1EFC-135626FEB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69CC28-0D8C-81BD-C3F5-6F0A4CF07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874CD5D-5990-C388-A3F2-92375EE97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00DB847-DA2C-62D0-3CF5-D6A1F01EED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0D59C2-A6F6-F436-6819-6AA56D06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465828A-F000-A7BF-EEBE-311F0AA2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E7F160D-52E6-0E6D-DFEC-6C5563DC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250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619756-619A-8332-DBEB-A8D7825A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BADFA8-7760-61C8-49AA-3C4982FF0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E32068-E48D-2FF0-3AE1-EE104A17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47B7404-F05B-B39D-0E52-EE1F366D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57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89AD95-4501-1C54-0E3F-D615671F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ED79C40-C229-708F-CA50-3355DD384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1F1091-6B0A-C530-AFCB-AD2B56CA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3801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7C1E4B-56DA-CE9D-A32E-88FEFDDE3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61C5AA-54F4-0F6A-4BD7-69CCA293B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584CA4-24FD-7DDE-601E-AB665D00B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85D36D1-575B-F75F-124A-5512BF4E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36E66E-386C-C64E-5399-29EE4DFC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7EFC2C-7C15-CDE0-005C-3C39D4F4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94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5A0889-B997-FB24-FF56-B754985A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E670A3B-F111-9A88-A777-B980800F8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73849E-83C5-0201-83C0-405C304A5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C3ABFC-C2E7-3117-65CE-BCC4D4FF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EB1899-0515-8185-70BA-ADA8BFA9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0F751D-9DB4-C682-3137-2A6417C1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321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D911E-C568-A8A5-4A35-6DBCC646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65DB40-02B0-6753-9D04-73B56A8B8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0DAC1E-322A-A1B3-95FA-A6D5FEBF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9E0FD3-8CE7-5F14-8706-9D25BDE1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6E1FF9-32A6-1F70-A17C-B85BFCE5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14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981B378-3C84-E3C1-2756-76D403192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1F44D47-192C-4190-9DCF-6E94F1D8F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C04BA1-7564-5808-667B-BA8AC84BE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ADA677-F80C-F562-950A-12B84B3F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82F74-C79A-3B0C-C274-16CA8A36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52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5C4E7F-896B-F0B3-A0BA-DE061CED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D9159D-5420-CA11-806E-05D395DCF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5DAADF-D49A-780F-432A-11901B2D1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5835D-D08C-4C0E-B282-C7D8A847B563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7EE49F-4CB4-4BF6-0F9F-377A486A8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5A47D-7E55-AA68-C8E2-92B181432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0CBFE-6418-4CCF-A415-86A680D98E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94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0C863D-295A-2DAD-0959-973776916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16680"/>
          </a:xfrm>
        </p:spPr>
        <p:txBody>
          <a:bodyPr/>
          <a:lstStyle/>
          <a:p>
            <a:r>
              <a:rPr lang="de-DE" dirty="0"/>
              <a:t>Inhalte heute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23548EF-E8AD-2B94-4545-DABDF9B3E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464"/>
            <a:ext cx="9144000" cy="2849336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de-DE" dirty="0"/>
              <a:t>Neuer Server (funktioniert)</a:t>
            </a:r>
          </a:p>
          <a:p>
            <a:pPr marL="457200" indent="-457200" algn="l">
              <a:buFont typeface="+mj-lt"/>
              <a:buAutoNum type="arabicPeriod"/>
            </a:pPr>
            <a:r>
              <a:rPr lang="de-DE" dirty="0"/>
              <a:t>YOLO Pipeline</a:t>
            </a:r>
          </a:p>
          <a:p>
            <a:pPr marL="457200" indent="-457200" algn="l">
              <a:buFont typeface="+mj-lt"/>
              <a:buAutoNum type="arabicPeriod"/>
            </a:pPr>
            <a:r>
              <a:rPr lang="de-DE" dirty="0"/>
              <a:t>Exposee</a:t>
            </a:r>
          </a:p>
        </p:txBody>
      </p:sp>
    </p:spTree>
    <p:extLst>
      <p:ext uri="{BB962C8B-B14F-4D97-AF65-F5344CB8AC3E}">
        <p14:creationId xmlns:p14="http://schemas.microsoft.com/office/powerpoint/2010/main" val="634406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8C8622-13C2-7214-3E7A-28647B2B9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Neuer Server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D27A3C-28B7-3015-00B2-4F49B9D43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Eingerichtet</a:t>
            </a:r>
          </a:p>
          <a:p>
            <a:r>
              <a:rPr lang="de-DE" dirty="0"/>
              <a:t>Skript läuft wie davor</a:t>
            </a:r>
          </a:p>
          <a:p>
            <a:r>
              <a:rPr lang="de-DE" dirty="0"/>
              <a:t>100+ Frames bis jetzt ohne Probleme möglich</a:t>
            </a:r>
          </a:p>
        </p:txBody>
      </p:sp>
    </p:spTree>
    <p:extLst>
      <p:ext uri="{BB962C8B-B14F-4D97-AF65-F5344CB8AC3E}">
        <p14:creationId xmlns:p14="http://schemas.microsoft.com/office/powerpoint/2010/main" val="63742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854664-9EFE-B1FA-C8F5-AAF15EF2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YOLO Pipeline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8DA81D-24BD-8943-4BA1-EE5C23BA3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YOLO26</a:t>
            </a:r>
          </a:p>
          <a:p>
            <a:r>
              <a:rPr lang="de-DE" dirty="0"/>
              <a:t>Pipeline: SAM3 </a:t>
            </a:r>
            <a:r>
              <a:rPr lang="de-DE" dirty="0" err="1"/>
              <a:t>output</a:t>
            </a:r>
            <a:r>
              <a:rPr lang="de-DE" dirty="0"/>
              <a:t> speichern -&gt; neues </a:t>
            </a:r>
            <a:r>
              <a:rPr lang="de-DE" dirty="0" err="1"/>
              <a:t>skript</a:t>
            </a:r>
            <a:r>
              <a:rPr lang="de-DE" dirty="0"/>
              <a:t> -&gt; YOLO Masken</a:t>
            </a:r>
          </a:p>
          <a:p>
            <a:r>
              <a:rPr lang="de-DE" dirty="0"/>
              <a:t>YOLO Datasets aufgebaut nach </a:t>
            </a:r>
            <a:r>
              <a:rPr lang="de-DE" dirty="0" err="1"/>
              <a:t>ultralytics</a:t>
            </a:r>
            <a:r>
              <a:rPr lang="de-DE" dirty="0"/>
              <a:t> </a:t>
            </a:r>
            <a:r>
              <a:rPr lang="de-DE" dirty="0" err="1"/>
              <a:t>doc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2CDE290-6D85-D2B8-CC25-1C0808B3B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03" y="3429000"/>
            <a:ext cx="7136198" cy="2482156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6FAD81F-090F-52AC-52C3-1B6DD529384E}"/>
              </a:ext>
            </a:extLst>
          </p:cNvPr>
          <p:cNvCxnSpPr/>
          <p:nvPr/>
        </p:nvCxnSpPr>
        <p:spPr>
          <a:xfrm flipH="1" flipV="1">
            <a:off x="3053443" y="4155621"/>
            <a:ext cx="1567543" cy="25309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51826352-D750-94F7-BFE1-88738C74E3EE}"/>
              </a:ext>
            </a:extLst>
          </p:cNvPr>
          <p:cNvSpPr txBox="1"/>
          <p:nvPr/>
        </p:nvSpPr>
        <p:spPr>
          <a:xfrm>
            <a:off x="4914900" y="4441371"/>
            <a:ext cx="276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train</a:t>
            </a:r>
            <a:r>
              <a:rPr lang="de-DE" dirty="0">
                <a:solidFill>
                  <a:schemeClr val="bg1"/>
                </a:solidFill>
              </a:rPr>
              <a:t>/video1/frame001.jpg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9592C26-1EE3-2A89-E93B-472F8635791B}"/>
              </a:ext>
            </a:extLst>
          </p:cNvPr>
          <p:cNvCxnSpPr>
            <a:cxnSpLocks/>
          </p:cNvCxnSpPr>
          <p:nvPr/>
        </p:nvCxnSpPr>
        <p:spPr>
          <a:xfrm>
            <a:off x="5453743" y="4804477"/>
            <a:ext cx="79274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18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26CAC2-7D69-4405-4CA9-64981FC42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Exposee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178B9F-4C50-A267-F986-D062330EE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Angefangen Stichpunkte zu machen</a:t>
            </a:r>
          </a:p>
          <a:p>
            <a:r>
              <a:rPr lang="de-DE" dirty="0"/>
              <a:t>-&gt; Fließtext?</a:t>
            </a:r>
          </a:p>
        </p:txBody>
      </p:sp>
    </p:spTree>
    <p:extLst>
      <p:ext uri="{BB962C8B-B14F-4D97-AF65-F5344CB8AC3E}">
        <p14:creationId xmlns:p14="http://schemas.microsoft.com/office/powerpoint/2010/main" val="285131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Breitbild</PresentationFormat>
  <Paragraphs>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Inhalte heute</vt:lpstr>
      <vt:lpstr>Neuer Server</vt:lpstr>
      <vt:lpstr>YOLO Pipeline</vt:lpstr>
      <vt:lpstr>Exposee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udsvr</dc:creator>
  <cp:lastModifiedBy>udsvr</cp:lastModifiedBy>
  <cp:revision>1</cp:revision>
  <dcterms:created xsi:type="dcterms:W3CDTF">2026-06-25T11:42:43Z</dcterms:created>
  <dcterms:modified xsi:type="dcterms:W3CDTF">2026-06-25T11:45:06Z</dcterms:modified>
</cp:coreProperties>
</file>