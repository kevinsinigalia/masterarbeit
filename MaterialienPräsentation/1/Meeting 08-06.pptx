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34E77-40C7-4571-BF10-DBB5BFCC5C4D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62857-9174-4638-A5AE-D22D8A0603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347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62857-9174-4638-A5AE-D22D8A06037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972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608532-2B0D-EA05-FFB9-B76F8B19B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8D060A-1C44-3229-4D90-0E9A37484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C2E8BF-7E8A-7C16-FA1B-1716AD42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4D8BDF-ED43-BDE0-15E4-03510CEC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C54392-0188-8C1D-329F-CEB77807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09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B17C75-E67F-B5E6-BBBF-BB3BD83F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FBE238-477E-C5C3-9E6E-D92DB3357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081A30-5F2E-5968-0CF5-7E656CD1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53DC70-C011-0795-CCD5-D3E8284E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3E163C-BE15-FC47-17C3-8D288A14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753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CE9257-7534-1D8F-BB15-9AC5A74E2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21EA39-57A0-4D54-5B1D-581E15C95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111ADB-9E6C-148C-94FD-8811CC70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EA4B18-D8CE-C582-F55F-C0EFC5B23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11F45F-2A02-EB7F-B930-87936E88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14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87DBF-36D6-7AED-92AB-42A09DBE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8B04D8-1E90-AAB0-BCC3-11C23465A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14E224-380C-02D9-B273-204096D1C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24F08C-D848-AB21-C3A6-45406C81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FB45E8-BE25-5C8B-C0C1-1C5009626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B98F13-ABD9-B4DE-4047-22F6DB7A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32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DE655E-74AC-0ED8-9632-480B02696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022B8E-58CC-71F0-E4D8-E27228E36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AF37A7-B1D5-D0EB-C829-737033A66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0BB923B-A000-8DD1-4CB9-C0E4351DD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E499B7-7D87-774A-6018-ACE421042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24E4424-7F0B-5B7E-40BA-0FEC6E85F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FDA5533-1BD5-60E0-1887-ABB963651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FA2F58B-972B-043F-FA12-63838D6F8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661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757B66-B95D-5FF7-312A-20B7E1593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8AA541-B0C3-45F9-0F90-AC2055E8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AFFAAD-A9A5-824E-66C9-E215E286B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632C0D-C470-E956-BD9B-EC78D38C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97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BFA1076-75C8-AFFE-C445-5FB7BA9F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96C39F-2495-F758-62F8-50E4367F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211345-262F-066A-4BEB-0807B9F0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78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070A5-3131-B582-4730-5BB459B6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CE07C6-BA19-2AC9-4270-231EC3002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135349-4A7A-065E-0AA1-B57B7E5CA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F40534-0BD0-CBE7-DB62-BB084ED8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2B0CB6-FB16-BA7E-8F37-7C0DF17A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21B415-3953-F78D-6322-EB4D2E12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7497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805049-A088-4571-4D9D-215F9DB8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BBF0A46-A1C5-8FFA-7622-B2346783E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96CAC4-A816-6036-FB94-21264C461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36F3A8-8C84-B713-490E-9ECEFE11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39B2E1-4B3B-ED73-FE9F-EF0D652A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C6A0BA-7480-F93F-100A-01ECE33C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7358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12D02-45E5-ECC3-FCB9-94CA2391B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768F6A-FC07-DDCC-4B04-8FBF36711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D54F4C-840F-8912-D47B-3B947F50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4223F6-86EA-4FE2-2CAE-425B41DB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B98CC7-406C-AB83-DF29-EB406565A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693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B78867B-34F4-632D-248A-D5EABF914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47E9D8A-ECDF-AC2C-C481-ECBDF5B6E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FCAC22-59EA-409C-7314-64BAF454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6C6736-0DAC-2783-9EAC-F628426C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103169-B8A7-B4DF-AC15-F218D63D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7014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4CEC666-EB77-91AA-5149-58461061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07A079-ACA1-268C-4D8C-DD730CA70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340A51-94C8-AE95-1822-06283EB6E2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74798C-3F65-4FF5-A066-487B0AC639F0}" type="datetimeFigureOut">
              <a:rPr lang="de-DE" smtClean="0"/>
              <a:t>08.06.2026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2A2923-47D7-94A0-852A-CDAED4402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0A84B6-2524-191B-48CE-AB6160A03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BF9C1-BF90-4263-88FF-51E93597B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691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F833B0-8800-BE12-AECE-24A172CE3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08-06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65AB267-3382-178E-BDAF-BAA24FFF86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52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50906-C3F3-3C8D-86A5-FBE80AD8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D614EE-3A5B-7457-0640-A22EA5DC5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Speicherproblem besteht weiter</a:t>
            </a:r>
          </a:p>
          <a:p>
            <a:r>
              <a:rPr lang="de-DE" dirty="0"/>
              <a:t>Evtl. </a:t>
            </a:r>
            <a:r>
              <a:rPr lang="de-DE" dirty="0" err="1"/>
              <a:t>Lösungsvorschlag+Diskussion</a:t>
            </a:r>
            <a:endParaRPr lang="de-DE" dirty="0"/>
          </a:p>
          <a:p>
            <a:r>
              <a:rPr lang="de-DE" dirty="0"/>
              <a:t>Weiteres Vorgehen?</a:t>
            </a:r>
          </a:p>
          <a:p>
            <a:r>
              <a:rPr lang="de-DE" dirty="0"/>
              <a:t>Exposee?</a:t>
            </a:r>
          </a:p>
          <a:p>
            <a:r>
              <a:rPr lang="de-DE" dirty="0"/>
              <a:t>Weitere Themen?</a:t>
            </a:r>
          </a:p>
        </p:txBody>
      </p:sp>
    </p:spTree>
    <p:extLst>
      <p:ext uri="{BB962C8B-B14F-4D97-AF65-F5344CB8AC3E}">
        <p14:creationId xmlns:p14="http://schemas.microsoft.com/office/powerpoint/2010/main" val="1786657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5874616-AA1A-A111-2F72-DB80488E6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12" y="1128408"/>
            <a:ext cx="10901775" cy="1366789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C4502D8-8A2D-CB89-BC6B-B6FE423B1D57}"/>
              </a:ext>
            </a:extLst>
          </p:cNvPr>
          <p:cNvCxnSpPr>
            <a:cxnSpLocks/>
          </p:cNvCxnSpPr>
          <p:nvPr/>
        </p:nvCxnSpPr>
        <p:spPr>
          <a:xfrm flipV="1">
            <a:off x="1595336" y="1894114"/>
            <a:ext cx="862114" cy="25806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18A9E94C-F73C-EC02-BB02-BBFB848E8676}"/>
              </a:ext>
            </a:extLst>
          </p:cNvPr>
          <p:cNvSpPr txBox="1"/>
          <p:nvPr/>
        </p:nvSpPr>
        <p:spPr>
          <a:xfrm>
            <a:off x="1191986" y="4759779"/>
            <a:ext cx="5341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Problem OOM bleibt auch auf dem Server bestehen: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32GB VRAM </a:t>
            </a:r>
            <a:r>
              <a:rPr lang="de-DE" dirty="0" err="1"/>
              <a:t>vs</a:t>
            </a:r>
            <a:r>
              <a:rPr lang="de-DE" dirty="0"/>
              <a:t> 8GB VRAM</a:t>
            </a:r>
          </a:p>
        </p:txBody>
      </p:sp>
    </p:spTree>
    <p:extLst>
      <p:ext uri="{BB962C8B-B14F-4D97-AF65-F5344CB8AC3E}">
        <p14:creationId xmlns:p14="http://schemas.microsoft.com/office/powerpoint/2010/main" val="695616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01034-E2F3-A749-FE94-1C0BA63A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OOM ist bekanntes Problem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B3A14545-822A-2E8F-869A-E73A2F3CA5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927" y="1363535"/>
            <a:ext cx="6891314" cy="213842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15837E6-246D-F482-63F8-BC610C303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361" y="2280345"/>
            <a:ext cx="5282111" cy="316224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DA04ACB-C2BD-E172-6817-C697EA805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975" y="4220971"/>
            <a:ext cx="5687219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5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6E1D80-7ECF-AB17-3868-6698B2A0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Ursachen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0C82D6-39DE-A858-D422-D241232DE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Hoher Einfluss:</a:t>
            </a:r>
          </a:p>
          <a:p>
            <a:pPr lvl="1"/>
            <a:r>
              <a:rPr lang="de-DE" dirty="0"/>
              <a:t>Anzahl der getrackten Frames</a:t>
            </a:r>
          </a:p>
          <a:p>
            <a:pPr lvl="1"/>
            <a:r>
              <a:rPr lang="de-DE" dirty="0"/>
              <a:t>Anzahl der getrackten Objekte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r>
              <a:rPr lang="de-DE" dirty="0"/>
              <a:t>Niedrigerer Einfluss:</a:t>
            </a:r>
          </a:p>
          <a:p>
            <a:pPr lvl="1"/>
            <a:r>
              <a:rPr lang="de-DE" dirty="0"/>
              <a:t>Auflösung des Videos</a:t>
            </a:r>
          </a:p>
        </p:txBody>
      </p:sp>
    </p:spTree>
    <p:extLst>
      <p:ext uri="{BB962C8B-B14F-4D97-AF65-F5344CB8AC3E}">
        <p14:creationId xmlns:p14="http://schemas.microsoft.com/office/powerpoint/2010/main" val="173151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6138E-B7AC-FA09-5738-0FD4B3FE6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Unternommene Versuche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1C1F56-F2AD-2DBD-C33B-86E11C221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SAM 3.1 Multiplexer</a:t>
            </a:r>
          </a:p>
          <a:p>
            <a:pPr lvl="1"/>
            <a:r>
              <a:rPr lang="de-DE" dirty="0"/>
              <a:t>Neue Version, in der Theorie Speichereffizienter (Multiplexing, </a:t>
            </a:r>
            <a:r>
              <a:rPr lang="de-DE" dirty="0" err="1"/>
              <a:t>batched</a:t>
            </a:r>
            <a:r>
              <a:rPr lang="de-DE" dirty="0"/>
              <a:t> </a:t>
            </a:r>
            <a:r>
              <a:rPr lang="de-DE" dirty="0" err="1"/>
              <a:t>Inference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In der Praxis: Code hat viele Fehler</a:t>
            </a:r>
          </a:p>
          <a:p>
            <a:pPr lvl="1"/>
            <a:endParaRPr lang="de-DE" dirty="0"/>
          </a:p>
          <a:p>
            <a:r>
              <a:rPr lang="de-DE" dirty="0"/>
              <a:t>Wechsel von API zu den einzelnen Bausteinen</a:t>
            </a:r>
          </a:p>
          <a:p>
            <a:pPr lvl="1"/>
            <a:r>
              <a:rPr lang="de-DE" dirty="0"/>
              <a:t>Mehr Freiheiten beim anpassen</a:t>
            </a:r>
          </a:p>
          <a:p>
            <a:r>
              <a:rPr lang="de-DE" dirty="0"/>
              <a:t>Nutzen von </a:t>
            </a:r>
            <a:r>
              <a:rPr lang="de-DE" dirty="0" err="1"/>
              <a:t>transformer</a:t>
            </a:r>
            <a:r>
              <a:rPr lang="de-DE" dirty="0"/>
              <a:t> </a:t>
            </a:r>
            <a:r>
              <a:rPr lang="de-DE" dirty="0" err="1"/>
              <a:t>facebook</a:t>
            </a:r>
            <a:r>
              <a:rPr lang="de-DE" dirty="0"/>
              <a:t>/sam3</a:t>
            </a:r>
          </a:p>
          <a:p>
            <a:pPr lvl="1"/>
            <a:r>
              <a:rPr lang="de-DE" dirty="0"/>
              <a:t>Hat scheinbar kein </a:t>
            </a:r>
            <a:r>
              <a:rPr lang="de-DE" dirty="0" err="1"/>
              <a:t>tracking</a:t>
            </a:r>
            <a:r>
              <a:rPr lang="de-DE" dirty="0"/>
              <a:t>…</a:t>
            </a:r>
          </a:p>
          <a:p>
            <a:r>
              <a:rPr lang="de-DE" dirty="0" err="1"/>
              <a:t>offload_video_to_cpu</a:t>
            </a:r>
            <a:r>
              <a:rPr lang="de-DE" dirty="0"/>
              <a:t>, </a:t>
            </a:r>
            <a:r>
              <a:rPr lang="de-DE" dirty="0" err="1"/>
              <a:t>offload_state_to_cpu</a:t>
            </a:r>
            <a:r>
              <a:rPr lang="de-DE" dirty="0"/>
              <a:t>, bf16/fp16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3161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E46DDE-CE4C-613F-E671-EA003DC6F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Vorführung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CE6AC2D-60BB-D221-DA56-027478B2C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Facebook/sam3 Output zeigen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Notebook Ergebnisse zeigen</a:t>
            </a:r>
          </a:p>
        </p:txBody>
      </p:sp>
    </p:spTree>
    <p:extLst>
      <p:ext uri="{BB962C8B-B14F-4D97-AF65-F5344CB8AC3E}">
        <p14:creationId xmlns:p14="http://schemas.microsoft.com/office/powerpoint/2010/main" val="2655469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84C1BB-7B55-9A0A-EE5A-88313371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Lösungen für OOM?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DCF62A-7085-C325-181A-E8876D48B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Anzahl Frames reduzieren für Cross-Attention</a:t>
            </a:r>
          </a:p>
          <a:p>
            <a:pPr lvl="1"/>
            <a:r>
              <a:rPr lang="de-DE" dirty="0"/>
              <a:t>A) Alle paar Frames Ergebnisse speichern und neu initialisieren</a:t>
            </a:r>
          </a:p>
          <a:p>
            <a:pPr lvl="1"/>
            <a:r>
              <a:rPr lang="de-DE" dirty="0"/>
              <a:t>B) Versuchen, direkt im Code zu ändern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r>
              <a:rPr lang="de-DE" dirty="0"/>
              <a:t>Keine offizielle Methode/Parameter hierfür!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D4281D-B94B-3F44-F72F-C41F9D57A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418" y="3032332"/>
            <a:ext cx="6706536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7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6D05D5-CEA3-0FB5-CEC8-93CDC1EB5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Lösungen für OOM?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E875BC-F08C-591C-5461-DFCEDE305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Evtl. weiter Code anschauen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Code muss weiter studiert werden…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164D5B0-380B-AC6F-6864-93F4B74A3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94" y="2559820"/>
            <a:ext cx="4572638" cy="1057423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960A3376-7FF9-EFBB-DBC0-BF14D4D86C00}"/>
              </a:ext>
            </a:extLst>
          </p:cNvPr>
          <p:cNvSpPr/>
          <p:nvPr/>
        </p:nvSpPr>
        <p:spPr>
          <a:xfrm>
            <a:off x="1502229" y="2559820"/>
            <a:ext cx="2563585" cy="4772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ACAC2F6-F657-4FE6-C34A-770B30882950}"/>
              </a:ext>
            </a:extLst>
          </p:cNvPr>
          <p:cNvCxnSpPr>
            <a:cxnSpLocks/>
          </p:cNvCxnSpPr>
          <p:nvPr/>
        </p:nvCxnSpPr>
        <p:spPr>
          <a:xfrm flipH="1" flipV="1">
            <a:off x="4294414" y="2873829"/>
            <a:ext cx="2628900" cy="124097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2248C98E-F511-6358-D7FA-E26E82D7BFE4}"/>
              </a:ext>
            </a:extLst>
          </p:cNvPr>
          <p:cNvSpPr txBox="1"/>
          <p:nvPr/>
        </p:nvSpPr>
        <p:spPr>
          <a:xfrm>
            <a:off x="7233557" y="4114800"/>
            <a:ext cx="297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 Methode </a:t>
            </a:r>
            <a:r>
              <a:rPr lang="de-DE" dirty="0" err="1"/>
              <a:t>build_tracker</a:t>
            </a:r>
            <a:r>
              <a:rPr lang="de-DE" dirty="0"/>
              <a:t>(…)</a:t>
            </a:r>
          </a:p>
        </p:txBody>
      </p:sp>
    </p:spTree>
    <p:extLst>
      <p:ext uri="{BB962C8B-B14F-4D97-AF65-F5344CB8AC3E}">
        <p14:creationId xmlns:p14="http://schemas.microsoft.com/office/powerpoint/2010/main" val="426124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31E47-4195-B145-E165-0CAABD63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Weiteres Vorgehen?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6DAE15-C698-DA8A-D3B8-EA9DD59FD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33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B5FBC8-EDC2-9CE5-434F-1D58E52E5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Exposee?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F4E9EE-D719-A76A-F8A0-D82D5282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166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Breitbild</PresentationFormat>
  <Paragraphs>52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Meeting 08-06</vt:lpstr>
      <vt:lpstr>Agenda</vt:lpstr>
      <vt:lpstr>PowerPoint-Präsentation</vt:lpstr>
      <vt:lpstr>OOM ist bekanntes Problem</vt:lpstr>
      <vt:lpstr>Mögliche Ursachen</vt:lpstr>
      <vt:lpstr>Unternommene Versuche</vt:lpstr>
      <vt:lpstr>Vorführung Ergebnisse</vt:lpstr>
      <vt:lpstr>Lösungen für OOM?</vt:lpstr>
      <vt:lpstr>Lösungen für OOM?</vt:lpstr>
      <vt:lpstr>Weiteres Vorgehen?</vt:lpstr>
      <vt:lpstr>Exposee?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udsvr</dc:creator>
  <cp:lastModifiedBy>udsvr</cp:lastModifiedBy>
  <cp:revision>1</cp:revision>
  <dcterms:created xsi:type="dcterms:W3CDTF">2026-06-08T10:24:52Z</dcterms:created>
  <dcterms:modified xsi:type="dcterms:W3CDTF">2026-06-08T11:02:11Z</dcterms:modified>
</cp:coreProperties>
</file>